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8267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Problem, input, output and success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05705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64956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79699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61366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57284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1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15706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0765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22557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02095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20625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75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375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658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hagwatkshitija-InfoDev/TWT_AI_Ksh_Sandbox/tree/master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70C0"/>
                </a:solidFill>
              </a:rPr>
              <a:t>AI-Powered Chinese/German Document Review Assistant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96240" y="1092621"/>
            <a:ext cx="6928290" cy="1976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00000"/>
                </a:solidFill>
              </a:rPr>
              <a:t>Problem Statement
</a:t>
            </a:r>
            <a:r>
              <a:rPr lang="en-IN" dirty="0">
                <a:latin typeface="Segoe UI" panose="020B0502040204020203" pitchFamily="34" charset="0"/>
              </a:rPr>
              <a:t>Reviewing Word or PDF documents that exceed 500 pages and contain Chinese or German content is a time-intensive task. Manually checking formatting, consistency, language quality, and table layouts across hundreds of pages requires significant effort and increases the risk of overlooking defects.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80960" y="1130883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</a:rPr>
              <a:t>Who It Affects
</a:t>
            </a:r>
            <a:r>
              <a:rPr lang="en-US" dirty="0">
                <a:solidFill>
                  <a:srgbClr val="000000"/>
                </a:solidFill>
              </a:rPr>
              <a:t>Technical writers, localization teams, documentation reviewers, and quality assurance teams.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0588BA-584A-D7E6-3F3A-B393B21D7329}"/>
              </a:ext>
            </a:extLst>
          </p:cNvPr>
          <p:cNvGrpSpPr/>
          <p:nvPr/>
        </p:nvGrpSpPr>
        <p:grpSpPr>
          <a:xfrm>
            <a:off x="496385" y="3523238"/>
            <a:ext cx="11077310" cy="2511802"/>
            <a:chOff x="496385" y="3085636"/>
            <a:chExt cx="11077310" cy="2511802"/>
          </a:xfrm>
        </p:grpSpPr>
        <p:sp>
          <p:nvSpPr>
            <p:cNvPr id="6" name="Text 4"/>
            <p:cNvSpPr/>
            <p:nvPr/>
          </p:nvSpPr>
          <p:spPr>
            <a:xfrm>
              <a:off x="496385" y="3085636"/>
              <a:ext cx="3200400" cy="165431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00000"/>
                  </a:solidFill>
                </a:rPr>
                <a:t>Input</a:t>
              </a:r>
            </a:p>
            <a:p>
              <a:pPr marL="0" indent="0">
                <a:buNone/>
              </a:pP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00000"/>
                  </a:solidFill>
                </a:rPr>
                <a:t>Chinese or German Word (.docx) or PDF document </a:t>
              </a:r>
              <a:endParaRPr lang="en-US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023359" y="3085636"/>
              <a:ext cx="3301171" cy="251180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00000"/>
                  </a:solidFill>
                </a:rPr>
                <a:t>Output</a:t>
              </a:r>
            </a:p>
            <a:p>
              <a:pPr marL="0" indent="0">
                <a:buNone/>
              </a:pP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00000"/>
                  </a:solidFill>
                </a:rPr>
                <a:t>Review report</a:t>
              </a: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00000"/>
                  </a:solidFill>
                </a:rPr>
                <a:t>Language errors</a:t>
              </a: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00000"/>
                  </a:solidFill>
                </a:rPr>
                <a:t>Formatting issues</a:t>
              </a: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00000"/>
                  </a:solidFill>
                </a:rPr>
                <a:t>Table formatting issues</a:t>
              </a: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00000"/>
                  </a:solidFill>
                </a:rPr>
                <a:t>Optional auto-fixes</a:t>
              </a:r>
              <a:endParaRPr lang="en-US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7680960" y="3085636"/>
              <a:ext cx="3892735" cy="224214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00000"/>
                  </a:solidFill>
                </a:rPr>
                <a:t>What Good Looks Like</a:t>
              </a:r>
            </a:p>
            <a:p>
              <a:pPr marL="0" indent="0">
                <a:buNone/>
              </a:pPr>
              <a:endParaRPr lang="en-US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00000"/>
                  </a:solidFill>
                </a:rPr>
                <a:t>Minutes instead of hours of review</a:t>
              </a: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00000"/>
                  </a:solidFill>
                </a:rPr>
                <a:t>Consistent multilingual documents</a:t>
              </a: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00000"/>
                  </a:solidFill>
                </a:rPr>
                <a:t>Faster defect detection and correction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Demo Video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95591" y="1080483"/>
            <a:ext cx="8665651" cy="3101496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274562" y="1502227"/>
            <a:ext cx="7315200" cy="2258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Demo Flow:</a:t>
            </a:r>
            <a:endParaRPr lang="en-US" sz="1800" dirty="0"/>
          </a:p>
          <a:p>
            <a:pPr marL="342900" indent="-342900">
              <a:buFont typeface="+mj-lt"/>
              <a:buAutoNum type="arabicPeriod"/>
            </a:pPr>
            <a:endParaRPr lang="en-US" sz="1800" dirty="0">
              <a:solidFill>
                <a:srgbClr val="00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</a:rPr>
              <a:t>Initialize the Doc Agent and MCP server.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</a:rPr>
              <a:t>Upload Word/PDF document.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</a:rPr>
              <a:t>MCP Server detects document type and language.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</a:rPr>
              <a:t>Analysis of formatting, language, and tables.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</a:rPr>
              <a:t>Review report generated.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</a:rPr>
              <a:t>Auto-fix errors when prompted.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</a:rPr>
              <a:t>Display corrected output.</a:t>
            </a:r>
            <a:endParaRPr lang="en-US" sz="1800" dirty="0"/>
          </a:p>
        </p:txBody>
      </p:sp>
      <p:pic>
        <p:nvPicPr>
          <p:cNvPr id="8" name="AI-Powered Chinese_German Document Reviewer">
            <a:hlinkClick r:id="" action="ppaction://media"/>
            <a:extLst>
              <a:ext uri="{FF2B5EF4-FFF2-40B4-BE49-F238E27FC236}">
                <a16:creationId xmlns:a16="http://schemas.microsoft.com/office/drawing/2014/main" id="{C4DFA5AF-F703-8BDD-F452-A8653352DD8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489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931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Workshop Learnings and Repository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GitHub Repository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937760"/>
            <a:ext cx="87241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dirty="0">
                <a:hlinkClick r:id="rId3" tooltip="https://github.com/bhagwatkshitija-infodev/twt_ai_ksh_sandbox/tree/master"/>
              </a:rPr>
              <a:t>GitHub - </a:t>
            </a:r>
            <a:r>
              <a:rPr lang="en-IN" dirty="0" err="1">
                <a:hlinkClick r:id="rId3" tooltip="https://github.com/bhagwatkshitija-infodev/twt_ai_ksh_sandbox/tree/master"/>
              </a:rPr>
              <a:t>bhagwatkshitija-InfoDev</a:t>
            </a:r>
            <a:r>
              <a:rPr lang="en-IN" dirty="0">
                <a:hlinkClick r:id="rId3" tooltip="https://github.com/bhagwatkshitija-infodev/twt_ai_ksh_sandbox/tree/master"/>
              </a:rPr>
              <a:t>/</a:t>
            </a:r>
            <a:r>
              <a:rPr lang="en-IN" dirty="0" err="1">
                <a:hlinkClick r:id="rId3" tooltip="https://github.com/bhagwatkshitija-infodev/twt_ai_ksh_sandbox/tree/master"/>
              </a:rPr>
              <a:t>TWT_AI_Ksh_Sandbox</a:t>
            </a:r>
            <a:r>
              <a:rPr lang="en-IN" dirty="0">
                <a:hlinkClick r:id="rId3" tooltip="https://github.com/bhagwatkshitija-infodev/twt_ai_ksh_sandbox/tree/master"/>
              </a:rPr>
              <a:t> at master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23E67B-3FFE-8C5F-52D4-5BF972A1F6B9}"/>
              </a:ext>
            </a:extLst>
          </p:cNvPr>
          <p:cNvSpPr txBox="1"/>
          <p:nvPr/>
        </p:nvSpPr>
        <p:spPr>
          <a:xfrm>
            <a:off x="457200" y="914400"/>
            <a:ext cx="551688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Techniques Applied</a:t>
            </a:r>
          </a:p>
          <a:p>
            <a:endParaRPr lang="en-US" b="1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Prompt engineering for review workflows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MCP server architecture for tool integration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Language detection automation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Multi-step review workflow (detect -&gt; analyze -&gt; report -&gt; fix)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Structured error reporting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Automated document correction</a:t>
            </a:r>
            <a:endParaRPr lang="en-US" dirty="0"/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62BEAD-A665-DD8C-7FDB-B7C912C4C49C}"/>
              </a:ext>
            </a:extLst>
          </p:cNvPr>
          <p:cNvSpPr txBox="1"/>
          <p:nvPr/>
        </p:nvSpPr>
        <p:spPr>
          <a:xfrm>
            <a:off x="5974081" y="914400"/>
            <a:ext cx="5638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Where They Were Used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Prompts: to identify language and review criteria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MCP Server: to orchestrate document analysis tools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Workflow: input processing to final report generation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Auto-fix: to correct detected issues on demand</a:t>
            </a:r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464</TotalTime>
  <Words>266</Words>
  <Application>Microsoft Office PowerPoint</Application>
  <PresentationFormat>Widescreen</PresentationFormat>
  <Paragraphs>50</Paragraphs>
  <Slides>3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Office 2013 - 2022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Document Reviewer MCP Server</dc:title>
  <dc:subject>MCP Server for Chinese/German Document Review</dc:subject>
  <dc:creator>Bhagwat, Kshitija (DI SW PLM DM MES CORE R&amp;D IND)</dc:creator>
  <cp:lastModifiedBy>Bhagwat, Kshitija (DI SW PLM DM MES CORE R&amp;D IND)</cp:lastModifiedBy>
  <cp:revision>13</cp:revision>
  <dcterms:created xsi:type="dcterms:W3CDTF">2026-09-29T11:17:07Z</dcterms:created>
  <dcterms:modified xsi:type="dcterms:W3CDTF">2026-09-30T12:55:34Z</dcterms:modified>
</cp:coreProperties>
</file>